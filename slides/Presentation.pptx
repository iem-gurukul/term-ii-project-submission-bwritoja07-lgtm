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" charset="1" panose="020B0503030501040103"/>
      <p:regular r:id="rId13"/>
    </p:embeddedFont>
    <p:embeddedFont>
      <p:font typeface="Cantora One" charset="1" panose="02010602040000000003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82925" y="5655065"/>
            <a:ext cx="8522150" cy="81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2"/>
              </a:lnSpc>
            </a:pPr>
            <a:r>
              <a:rPr lang="en-US" sz="47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Writoja Boral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4754" y="3581602"/>
            <a:ext cx="13018493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PRESENTATION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6937" y="1482990"/>
            <a:ext cx="14427794" cy="250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3"/>
              </a:lnSpc>
            </a:pPr>
            <a:r>
              <a:rPr lang="en-US" sz="4752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ONLINE QUIZ ENGINE USING FACTORY PATTERN FOR QUESTION TYPES</a:t>
            </a:r>
          </a:p>
          <a:p>
            <a:pPr algn="ctr">
              <a:lnSpc>
                <a:spcPts val="66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43075" y="3820132"/>
            <a:ext cx="7812214" cy="35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429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Problem Statement:</a:t>
            </a:r>
          </a:p>
          <a:p>
            <a:pPr algn="just">
              <a:lnSpc>
                <a:spcPts val="4800"/>
              </a:lnSpc>
            </a:pPr>
            <a:r>
              <a:rPr lang="en-US" sz="3429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• Many quiz systems lack flexibility in handling different question types</a:t>
            </a:r>
          </a:p>
          <a:p>
            <a:pPr algn="just">
              <a:lnSpc>
                <a:spcPts val="4800"/>
              </a:lnSpc>
            </a:pPr>
            <a:r>
              <a:rPr lang="en-US" sz="3429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• This project provides a scalable solution using object-oriented design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68210" y="3966422"/>
            <a:ext cx="6891090" cy="229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  <a:spcBef>
                <a:spcPct val="0"/>
              </a:spcBef>
            </a:pPr>
            <a:r>
              <a:rPr lang="en-US" sz="33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TARGET USER:</a:t>
            </a:r>
          </a:p>
          <a:p>
            <a:pPr algn="ctr">
              <a:lnSpc>
                <a:spcPts val="4643"/>
              </a:lnSpc>
              <a:spcBef>
                <a:spcPct val="0"/>
              </a:spcBef>
            </a:pPr>
            <a:r>
              <a:rPr lang="en-US" sz="33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 • STUDENTS AND LEARNERS WHO WANT TO PRACTICE QUIZZES INTERACTIVELY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72563" y="3989157"/>
            <a:ext cx="6372362" cy="4137640"/>
            <a:chOff x="0" y="0"/>
            <a:chExt cx="125179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1790" cy="812800"/>
            </a:xfrm>
            <a:custGeom>
              <a:avLst/>
              <a:gdLst/>
              <a:ahLst/>
              <a:cxnLst/>
              <a:rect r="r" b="b" t="t" l="l"/>
              <a:pathLst>
                <a:path h="812800" w="1251790">
                  <a:moveTo>
                    <a:pt x="44952" y="0"/>
                  </a:moveTo>
                  <a:lnTo>
                    <a:pt x="1206838" y="0"/>
                  </a:lnTo>
                  <a:cubicBezTo>
                    <a:pt x="1231664" y="0"/>
                    <a:pt x="1251790" y="20126"/>
                    <a:pt x="1251790" y="44952"/>
                  </a:cubicBezTo>
                  <a:lnTo>
                    <a:pt x="1251790" y="767848"/>
                  </a:lnTo>
                  <a:cubicBezTo>
                    <a:pt x="1251790" y="779770"/>
                    <a:pt x="1247054" y="791204"/>
                    <a:pt x="1238624" y="799634"/>
                  </a:cubicBezTo>
                  <a:cubicBezTo>
                    <a:pt x="1230193" y="808064"/>
                    <a:pt x="1218760" y="812800"/>
                    <a:pt x="1206838" y="812800"/>
                  </a:cubicBezTo>
                  <a:lnTo>
                    <a:pt x="44952" y="812800"/>
                  </a:lnTo>
                  <a:cubicBezTo>
                    <a:pt x="33030" y="812800"/>
                    <a:pt x="21596" y="808064"/>
                    <a:pt x="13166" y="799634"/>
                  </a:cubicBezTo>
                  <a:cubicBezTo>
                    <a:pt x="4736" y="791204"/>
                    <a:pt x="0" y="779770"/>
                    <a:pt x="0" y="767848"/>
                  </a:cubicBezTo>
                  <a:lnTo>
                    <a:pt x="0" y="44952"/>
                  </a:lnTo>
                  <a:cubicBezTo>
                    <a:pt x="0" y="33030"/>
                    <a:pt x="4736" y="21596"/>
                    <a:pt x="13166" y="13166"/>
                  </a:cubicBezTo>
                  <a:cubicBezTo>
                    <a:pt x="21596" y="4736"/>
                    <a:pt x="33030" y="0"/>
                    <a:pt x="4495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00" r="0" b="-40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4327" y="431859"/>
            <a:ext cx="10101261" cy="150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 SYSTEM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33348"/>
            <a:ext cx="8115300" cy="582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0"/>
              </a:lnSpc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2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Architecture: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Console-based Java application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Uses Factory Pattern for object creation</a:t>
            </a:r>
          </a:p>
          <a:p>
            <a:pPr algn="just">
              <a:lnSpc>
                <a:spcPts val="3490"/>
              </a:lnSpc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2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Classes: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Question (abstract class)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MCQQuestion (Multiple Choice)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TrueFalseQuestion (True/False)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QuestionFactory (creates objects)</a:t>
            </a:r>
          </a:p>
          <a:p>
            <a:pPr algn="just">
              <a:lnSpc>
                <a:spcPts val="3490"/>
              </a:lnSpc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2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Package Structure: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src/ → all Java classes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docs/ → UML diagram</a:t>
            </a:r>
          </a:p>
          <a:p>
            <a:pPr algn="just" marL="538226" indent="-269113" lvl="1">
              <a:lnSpc>
                <a:spcPts val="3490"/>
              </a:lnSpc>
              <a:buFont typeface="Arial"/>
              <a:buChar char="•"/>
            </a:pPr>
            <a:r>
              <a:rPr lang="en-US" sz="249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report/ → project report</a:t>
            </a:r>
          </a:p>
          <a:p>
            <a:pPr algn="just">
              <a:lnSpc>
                <a:spcPts val="2563"/>
              </a:lnSpc>
            </a:pPr>
          </a:p>
          <a:p>
            <a:pPr algn="just">
              <a:lnSpc>
                <a:spcPts val="199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3075" y="1250156"/>
            <a:ext cx="12306539" cy="150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 OOP CONCEPTS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1095" y="3793872"/>
            <a:ext cx="12483637" cy="569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Abstraction: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Question is abstract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Defines common methods like display() and checkAnswer()</a:t>
            </a:r>
          </a:p>
          <a:p>
            <a:pPr algn="just">
              <a:lnSpc>
                <a:spcPts val="4162"/>
              </a:lnSpc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Inheritance: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MCQQuestion and TrueFalseQuestion extend Question</a:t>
            </a:r>
          </a:p>
          <a:p>
            <a:pPr algn="just">
              <a:lnSpc>
                <a:spcPts val="4162"/>
              </a:lnSpc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Polymorphism: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Same method (display(), checkAnswer()) behaves differently</a:t>
            </a:r>
          </a:p>
          <a:p>
            <a:pPr algn="just">
              <a:lnSpc>
                <a:spcPts val="4162"/>
              </a:lnSpc>
            </a:pPr>
            <a:r>
              <a:rPr lang="en-US" sz="29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9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Pattern: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Factory Pattern used in QuestionFactory</a:t>
            </a:r>
          </a:p>
          <a:p>
            <a:pPr algn="just" marL="641953" indent="-320977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Creates objects without exposing logic</a:t>
            </a:r>
          </a:p>
          <a:p>
            <a:pPr algn="just">
              <a:lnSpc>
                <a:spcPts val="374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3775" y="1118679"/>
            <a:ext cx="12640957" cy="150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 TECHNICAL HIGHLIGHT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995" y="3371911"/>
            <a:ext cx="6426127" cy="47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2"/>
              </a:lnSpc>
            </a:pPr>
          </a:p>
          <a:p>
            <a:pPr algn="just">
              <a:lnSpc>
                <a:spcPts val="3462"/>
              </a:lnSpc>
            </a:pPr>
            <a:r>
              <a:rPr lang="en-US" sz="24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Feature: </a:t>
            </a:r>
          </a:p>
          <a:p>
            <a:pPr algn="just">
              <a:lnSpc>
                <a:spcPts val="3462"/>
              </a:lnSpc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Safe Input Handling + Quiz Flow</a:t>
            </a:r>
          </a:p>
          <a:p>
            <a:pPr algn="just">
              <a:lnSpc>
                <a:spcPts val="3462"/>
              </a:lnSpc>
            </a:pPr>
          </a:p>
          <a:p>
            <a:pPr algn="just">
              <a:lnSpc>
                <a:spcPts val="3462"/>
              </a:lnSpc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73" b="true">
                <a:solidFill>
                  <a:srgbClr val="5070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implemented:</a:t>
            </a:r>
          </a:p>
          <a:p>
            <a:pPr algn="just" marL="534006" indent="-267003" lvl="1">
              <a:lnSpc>
                <a:spcPts val="3462"/>
              </a:lnSpc>
              <a:buFont typeface="Arial"/>
              <a:buChar char="•"/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Try-catch for invalid input</a:t>
            </a:r>
          </a:p>
          <a:p>
            <a:pPr algn="just" marL="534006" indent="-267003" lvl="1">
              <a:lnSpc>
                <a:spcPts val="3462"/>
              </a:lnSpc>
              <a:buFont typeface="Arial"/>
              <a:buChar char="•"/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Range validation</a:t>
            </a:r>
          </a:p>
          <a:p>
            <a:pPr algn="just" marL="534006" indent="-267003" lvl="1">
              <a:lnSpc>
                <a:spcPts val="3462"/>
              </a:lnSpc>
              <a:buFont typeface="Arial"/>
              <a:buChar char="•"/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Loop for multiple questions</a:t>
            </a:r>
          </a:p>
          <a:p>
            <a:pPr algn="just" marL="534006" indent="-267003" lvl="1">
              <a:lnSpc>
                <a:spcPts val="3462"/>
              </a:lnSpc>
              <a:buFont typeface="Arial"/>
              <a:buChar char="•"/>
            </a:pPr>
            <a:r>
              <a:rPr lang="en-US" sz="24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Score tracking system</a:t>
            </a:r>
          </a:p>
          <a:p>
            <a:pPr algn="just">
              <a:lnSpc>
                <a:spcPts val="2902"/>
              </a:lnSpc>
            </a:pPr>
          </a:p>
          <a:p>
            <a:pPr algn="just">
              <a:lnSpc>
                <a:spcPts val="374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05367" y="3352861"/>
            <a:ext cx="6075759" cy="437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  <a:spcBef>
                <a:spcPct val="0"/>
              </a:spcBef>
            </a:pP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WHY CHOSEN: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PREVENTS PROGRAM CRASH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IMPROVES USER EXPERIENCE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MAKES SYSTEM ROBUST AND RELIABLE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 EXAMPLE: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IF (Q.CHECKANSWER(ANSWER)) {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    SCORE++;</a:t>
            </a:r>
          </a:p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>
                <a:solidFill>
                  <a:srgbClr val="688077"/>
                </a:solidFill>
                <a:latin typeface="Cantora One"/>
                <a:ea typeface="Cantora One"/>
                <a:cs typeface="Cantora One"/>
                <a:sym typeface="Cantora One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73" y="857250"/>
            <a:ext cx="8382477" cy="150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 LIVE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4064" y="3333811"/>
            <a:ext cx="8922449" cy="268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 • Running Quiz Application</a:t>
            </a:r>
          </a:p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• Answering Questions</a:t>
            </a:r>
          </a:p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• Error Handling</a:t>
            </a:r>
          </a:p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• Final Score Display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331" y="6876989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337131" y="-56679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4754" y="3954369"/>
            <a:ext cx="13018493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2585588" y="8353207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2216262" y="-614581"/>
            <a:ext cx="7918675" cy="2548374"/>
          </a:xfrm>
          <a:custGeom>
            <a:avLst/>
            <a:gdLst/>
            <a:ahLst/>
            <a:cxnLst/>
            <a:rect r="r" b="b" t="t" l="l"/>
            <a:pathLst>
              <a:path h="2548374" w="7918675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34400" y="9344620"/>
            <a:ext cx="1219200" cy="609600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732711" y="9343880"/>
            <a:ext cx="822578" cy="5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DAHFDUuBcf8</dc:identifier>
  <dcterms:modified xsi:type="dcterms:W3CDTF">2011-08-01T06:04:30Z</dcterms:modified>
  <cp:revision>1</cp:revision>
  <dc:title>Green Geometric Simple Project Presentation</dc:title>
</cp:coreProperties>
</file>